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Spike Detection Review Deck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検出しない原因をステップごとに可視化して、Accept / Reject で改善するためのレビュー用デッキ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120640" cy="3337560"/>
          </a:xfrm>
          <a:prstGeom prst="roundRect">
            <a:avLst>
              <a:gd name="adj" fmla="val 274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80744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目的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709928"/>
            <a:ext cx="4791456" cy="2770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スパイク検出を「結果だけ」ではなく、候補生成 → 物理モデル評価 → 採用理由まで分解して確認する。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このデッキはCommit0073の実装レビュー基準として使う。</a:t>
            </a:r>
            <a:endParaRPr lang="en-US" sz="1050" dirty="0"/>
          </a:p>
        </p:txBody>
      </p:sp>
      <p:pic>
        <p:nvPicPr>
          <p:cNvPr id="8" name="Image 0" descr="/mnt/data/IMG_87F2B57B-092F-4830-BD4E-CDC79651782C.jpeg">    </p:cNvPr>
          <p:cNvPicPr>
            <a:picLocks noChangeAspect="1"/>
          </p:cNvPicPr>
          <p:nvPr/>
        </p:nvPicPr>
        <p:blipFill>
          <a:blip r:embed="rId1"/>
          <a:srcRect l="0" r="0" t="21466" b="21466"/>
          <a:stretch/>
        </p:blipFill>
        <p:spPr>
          <a:xfrm>
            <a:off x="6172200" y="960120"/>
            <a:ext cx="5166360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507492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22C55E">
              <a:alpha val="90000"/>
            </a:srgbClr>
          </a:solidFill>
          <a:ln w="12700">
            <a:solidFill>
              <a:srgbClr val="22C55E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5143500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Frame lock fix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23160" y="5074920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FBBF24">
              <a:alpha val="90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96312" y="51435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Candidate review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206240" y="5074920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79392" y="5143500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Fourier model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875520" y="64922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C5"/>
                </a:solidFill>
              </a:rPr>
              <a:t>Commit0073 Review Deck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現在の問題を分ける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表示フレームの揺れと、スパイク候補の未検出は別問題として扱う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10642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A. Image Workspace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435608"/>
            <a:ext cx="3008376" cy="3959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画像送り時にView frameが一瞬移動する。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原因候補: delayed stabilize / autoRange / splitter resize / scene rect更新。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Commit0073ではFrame lockで描画を一回に固定。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960120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10642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B. Detection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9432" y="1435608"/>
            <a:ext cx="3008376" cy="3959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赤丸が正常十字に大量表示、または明確な縞がNo Spike。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候補生成と最終採用が分離できていない。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75320" y="960120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9912" y="110642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C. Review Deck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39912" y="1435608"/>
            <a:ext cx="3008376" cy="3959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各候補を1件ずつ確認。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候補だけ逆FFTして実画像での波と一致するかを見る。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Accept / Rejectを改善ループにする。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31920" y="3154680"/>
            <a:ext cx="438912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0" y="3154680"/>
            <a:ext cx="438912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875520" y="64922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C5"/>
                </a:solidFill>
              </a:rPr>
              <a:t>Commit0073 Review Deck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 lock: ブレ対策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画像・Splitter・ViewBoxを最終状態にしてから一度だけ描画する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2A172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197864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27048"/>
            <a:ext cx="241401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setImage → paint → autoRange → paint → delayed stabilize → paint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12302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478024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After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807208"/>
            <a:ext cx="241401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freeze → final splitter → set image → deterministic fit → unfreeze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1508760"/>
            <a:ext cx="109728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66160" y="2743200"/>
            <a:ext cx="109728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92040" y="960120"/>
            <a:ext cx="6446520" cy="4343400"/>
          </a:xfrm>
          <a:prstGeom prst="roundRect">
            <a:avLst>
              <a:gd name="adj" fmla="val 210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56632" y="1106424"/>
            <a:ext cx="6117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Commit0073 実装ルール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56632" y="1435608"/>
            <a:ext cx="6117336" cy="3776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image selectionでは`QTimer.singleShot(..._stabilize_layout)`を呼ばない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`autoRange()`はviewer fitに使わない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`_frame_lock_active`中はresponsive layoutを停止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ImagePanelは`fit_to_image()`で固定範囲に合わせる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Original / FFTを同時に更新し、最後にupdateを一回だけ行う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75520" y="64922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C5"/>
                </a:solidFill>
              </a:rPr>
              <a:t>Commit0073 Review Deck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Step 1: 入力確認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Originalとk-spaceを同時に見て、赤丸ではなく「何を検出したいか」を明確化する</a:t>
            </a:r>
            <a:endParaRPr lang="en-US" sz="1050" dirty="0"/>
          </a:p>
        </p:txBody>
      </p:sp>
      <p:pic>
        <p:nvPicPr>
          <p:cNvPr id="5" name="Image 0" descr="/mnt/data/IMG_87F2B57B-092F-4830-BD4E-CDC79651782C.jpeg">    </p:cNvPr>
          <p:cNvPicPr>
            <a:picLocks noChangeAspect="1"/>
          </p:cNvPicPr>
          <p:nvPr/>
        </p:nvPicPr>
        <p:blipFill>
          <a:blip r:embed="rId1"/>
          <a:srcRect l="0" r="0" t="16638" b="16638"/>
          <a:stretch/>
        </p:blipFill>
        <p:spPr>
          <a:xfrm>
            <a:off x="594360" y="960120"/>
            <a:ext cx="5394960" cy="4800600"/>
          </a:xfrm>
          <a:prstGeom prst="rect">
            <a:avLst/>
          </a:prstGeom>
        </p:spPr>
      </p:pic>
      <p:pic>
        <p:nvPicPr>
          <p:cNvPr id="6" name="Image 1" descr="/mnt/data/IMG_7487A8D2-98AD-44B7-AE4B-FF20E50CD6EA.jpeg">    </p:cNvPr>
          <p:cNvPicPr>
            <a:picLocks noChangeAspect="1"/>
          </p:cNvPicPr>
          <p:nvPr/>
        </p:nvPicPr>
        <p:blipFill>
          <a:blip r:embed="rId2"/>
          <a:srcRect l="0" r="0" t="16638" b="16638"/>
          <a:stretch/>
        </p:blipFill>
        <p:spPr>
          <a:xfrm>
            <a:off x="6309360" y="960120"/>
            <a:ext cx="5394960" cy="4800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14400" y="5897880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FBBF24">
              <a:alpha val="90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87552" y="596646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実画像の周期波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629400" y="5897880"/>
            <a:ext cx="2057400" cy="310896"/>
          </a:xfrm>
          <a:prstGeom prst="roundRect">
            <a:avLst>
              <a:gd name="adj" fmla="val 20588"/>
            </a:avLst>
          </a:prstGeom>
          <a:solidFill>
            <a:srgbClr val="EF4444">
              <a:alpha val="90000"/>
            </a:srgbClr>
          </a:solidFill>
          <a:ln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02552" y="5966460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k-space候補が多すぎる例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9875520" y="64922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C5"/>
                </a:solidFill>
              </a:rPr>
              <a:t>Commit0073 Review Deck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Step 2: 正常構造マスク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DC中心と正常なk-space十字は候補ではなく、背景モデルとして扱う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2880360" cy="4389120"/>
          </a:xfrm>
          <a:prstGeom prst="roundRect">
            <a:avLst>
              <a:gd name="adj" fmla="val 317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152144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除外するもの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481328"/>
            <a:ext cx="2551176" cy="3822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DC中心の小領域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正常な低周波十字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画像エッジ由来の通常構造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ただし、十字上に重なる細い異常ラインは除外しない。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0" y="1005840"/>
            <a:ext cx="2880360" cy="4389120"/>
          </a:xfrm>
          <a:prstGeom prst="roundRect">
            <a:avLst>
              <a:gd name="adj" fmla="val 317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5072" y="1152144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残すもの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05072" y="1481328"/>
            <a:ext cx="2551176" cy="3822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周辺ラインより飛び出す局所ピーク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位相方向へ伸びる細線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帯状の高エネルギー領域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斜め方向の連続ライン</a:t>
            </a:r>
            <a:endParaRPr lang="en-US" sz="1050" dirty="0"/>
          </a:p>
        </p:txBody>
      </p:sp>
      <p:pic>
        <p:nvPicPr>
          <p:cNvPr id="11" name="Image 0" descr="/mnt/data/E97C9A94-7182-4AE8-AFAB-8C078A0C72B2.jpeg">    </p:cNvPr>
          <p:cNvPicPr>
            <a:picLocks noChangeAspect="1"/>
          </p:cNvPicPr>
          <p:nvPr/>
        </p:nvPicPr>
        <p:blipFill>
          <a:blip r:embed="rId1"/>
          <a:srcRect l="0" r="0" t="13265" b="13265"/>
          <a:stretch/>
        </p:blipFill>
        <p:spPr>
          <a:xfrm>
            <a:off x="7086600" y="1005840"/>
            <a:ext cx="4480560" cy="43891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875520" y="64922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C5"/>
                </a:solidFill>
              </a:rPr>
              <a:t>Commit0073 Review Deck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Step 3: 候補タイプを分離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交点だけではなく、Point / Line / Band / Obliqueを別々に候補化する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606040" cy="4434840"/>
          </a:xfrm>
          <a:prstGeom prst="roundRect">
            <a:avLst>
              <a:gd name="adj" fmla="val 350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5214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Point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481328"/>
            <a:ext cx="2276856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孤立ピーク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共役点も評価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局所MADで判定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606040" cy="4434840"/>
          </a:xfrm>
          <a:prstGeom prst="roundRect">
            <a:avLst>
              <a:gd name="adj" fmla="val 350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15214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47872" y="1481328"/>
            <a:ext cx="2276856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行または列の細線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交点不要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長さと連続性を見る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2606040" cy="4434840"/>
          </a:xfrm>
          <a:prstGeom prst="roundRect">
            <a:avLst>
              <a:gd name="adj" fmla="val 350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15214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Band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1481328"/>
            <a:ext cx="2276856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近接ラインをクラスタ化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幅を持つ異常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部分帯も対象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005840"/>
            <a:ext cx="2606040" cy="4434840"/>
          </a:xfrm>
          <a:prstGeom prst="roundRect">
            <a:avLst>
              <a:gd name="adj" fmla="val 350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17152" y="115214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Oblique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17152" y="1481328"/>
            <a:ext cx="2276856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斜めの線分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Hough/角度投影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候補角度で評価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0" y="64922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C5"/>
                </a:solidFill>
              </a:rPr>
              <a:t>Commit0073 Review Deck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Step 4: Fourier物理モデルで評価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k-space座標から実画像の波の周期・方向を予測する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5166360" cy="4526280"/>
          </a:xfrm>
          <a:prstGeom prst="roundRect">
            <a:avLst>
              <a:gd name="adj" fmla="val 202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106424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モデル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435608"/>
            <a:ext cx="4837176" cy="3959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候補点(kx, ky)と中心(cx, cy)から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dx = kx - cx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dy = ky - cy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を計算。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実空間ではこのベクトルが波の法線方向になり、中心から遠いほど周期は短くなる。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96012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106424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評価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36792" y="1435608"/>
            <a:ext cx="5065776" cy="3959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予測周期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予測波角度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候補だけ逆FFTした画像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Originalの角度投影プロファイル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正弦波相関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補正前後の差分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875520" y="64922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C5"/>
                </a:solidFill>
              </a:rPr>
              <a:t>Commit0073 Review Deck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Step 5: 候補だけ逆FFT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赤で囲った部分が本当に実画像の波を作るかを確認する</a:t>
            </a:r>
            <a:endParaRPr lang="en-US" sz="1050" dirty="0"/>
          </a:p>
        </p:txBody>
      </p:sp>
      <p:pic>
        <p:nvPicPr>
          <p:cNvPr id="5" name="Image 0" descr="/mnt/data/E97C9A94-7182-4AE8-AFAB-8C078A0C72B2.jpeg">    </p:cNvPr>
          <p:cNvPicPr>
            <a:picLocks noChangeAspect="1"/>
          </p:cNvPicPr>
          <p:nvPr/>
        </p:nvPicPr>
        <p:blipFill>
          <a:blip r:embed="rId1"/>
          <a:srcRect l="0" r="0" t="25410" b="25410"/>
          <a:stretch/>
        </p:blipFill>
        <p:spPr>
          <a:xfrm>
            <a:off x="502920" y="1143000"/>
            <a:ext cx="2788920" cy="1828800"/>
          </a:xfrm>
          <a:prstGeom prst="rect">
            <a:avLst/>
          </a:prstGeom>
        </p:spPr>
      </p:pic>
      <p:pic>
        <p:nvPicPr>
          <p:cNvPr id="6" name="Image 1" descr="/mnt/data/DDA52F40-16C0-4D0E-A547-AFFC1F7AAD17.jpeg">    </p:cNvPr>
          <p:cNvPicPr>
            <a:picLocks noChangeAspect="1"/>
          </p:cNvPicPr>
          <p:nvPr/>
        </p:nvPicPr>
        <p:blipFill>
          <a:blip r:embed="rId2"/>
          <a:srcRect l="0" r="0" t="25410" b="25410"/>
          <a:stretch/>
        </p:blipFill>
        <p:spPr>
          <a:xfrm>
            <a:off x="3520440" y="1143000"/>
            <a:ext cx="2788920" cy="1828800"/>
          </a:xfrm>
          <a:prstGeom prst="rect">
            <a:avLst/>
          </a:prstGeom>
        </p:spPr>
      </p:pic>
      <p:pic>
        <p:nvPicPr>
          <p:cNvPr id="7" name="Image 2" descr="/mnt/data/D1E3C13A-3F5E-430B-90AB-E3A86E615EE1.jpeg">    </p:cNvPr>
          <p:cNvPicPr>
            <a:picLocks noChangeAspect="1"/>
          </p:cNvPicPr>
          <p:nvPr/>
        </p:nvPicPr>
        <p:blipFill>
          <a:blip r:embed="rId3"/>
          <a:srcRect l="0" r="0" t="25410" b="25410"/>
          <a:stretch/>
        </p:blipFill>
        <p:spPr>
          <a:xfrm>
            <a:off x="6537960" y="1143000"/>
            <a:ext cx="2788920" cy="1828800"/>
          </a:xfrm>
          <a:prstGeom prst="rect">
            <a:avLst/>
          </a:prstGeom>
        </p:spPr>
      </p:pic>
      <p:pic>
        <p:nvPicPr>
          <p:cNvPr id="8" name="Image 3" descr="/mnt/data/68FAF946-9B72-462B-803F-74BAC61566E3.jpeg">    </p:cNvPr>
          <p:cNvPicPr>
            <a:picLocks noChangeAspect="1"/>
          </p:cNvPicPr>
          <p:nvPr/>
        </p:nvPicPr>
        <p:blipFill>
          <a:blip r:embed="rId4"/>
          <a:srcRect l="0" r="0" t="18085" b="18085"/>
          <a:stretch/>
        </p:blipFill>
        <p:spPr>
          <a:xfrm>
            <a:off x="9555480" y="1143000"/>
            <a:ext cx="2148840" cy="182880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85800" y="3429000"/>
            <a:ext cx="4754880" cy="1965960"/>
          </a:xfrm>
          <a:prstGeom prst="roundRect">
            <a:avLst>
              <a:gd name="adj" fmla="val 465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850392" y="3575304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見るポイント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850392" y="3904488"/>
            <a:ext cx="4425696" cy="1399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候補成分だけをk-spaceに残して逆FFT。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実画像で観察される周期波・縞方向と一致するかを確認する。</a:t>
            </a:r>
            <a:endParaRPr lang="en-US" sz="1050" dirty="0"/>
          </a:p>
        </p:txBody>
      </p:sp>
      <p:sp>
        <p:nvSpPr>
          <p:cNvPr id="12" name="Shape 6"/>
          <p:cNvSpPr/>
          <p:nvPr/>
        </p:nvSpPr>
        <p:spPr>
          <a:xfrm>
            <a:off x="580644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5971032" y="3575304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判定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5971032" y="3904488"/>
            <a:ext cx="5065776" cy="1399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一致すればAccepted Candidate。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一致しない場合は正常構造または別ArtifactとしてReject。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9875520" y="64922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C5"/>
                </a:solidFill>
              </a:rPr>
              <a:t>Commit0073 Review Deck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Step 6: スコアを数値で表示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検出しない場合でも、どこで落ちたか分かるようにする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744200" cy="4389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70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Score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46120" y="11704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意味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18120" y="11704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Pass目安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1527048"/>
            <a:ext cx="10744200" cy="438912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459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MAD z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3246120" y="16459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局所背景からの突出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7818120" y="16459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&gt; 5-7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731520" y="2002536"/>
            <a:ext cx="10744200" cy="438912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1214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Energy ratio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3246120" y="212140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候補エネルギー比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7818120" y="21214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&gt; dataset baseline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731520" y="2478024"/>
            <a:ext cx="10744200" cy="438912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5968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Wave match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3246120" y="259689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予測波との一致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7818120" y="259689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高いほど良い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" y="2953512"/>
            <a:ext cx="10744200" cy="438912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0723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Projection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3246120" y="307238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候補角度の周期強度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7818120" y="307238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高いほど良い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731520" y="3429000"/>
            <a:ext cx="10744200" cy="438912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5478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Decision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3246120" y="35478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採用 / 棄却理由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7818120" y="354787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7B3C5"/>
                </a:solidFill>
              </a:rPr>
              <a:t>理由を表示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914400" y="4572000"/>
            <a:ext cx="10241280" cy="960120"/>
          </a:xfrm>
          <a:prstGeom prst="roundRect">
            <a:avLst>
              <a:gd name="adj" fmla="val 9524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4718304"/>
            <a:ext cx="9912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最重要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78992" y="5047488"/>
            <a:ext cx="991209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「No Spike」でも proposal_count / rejected reason を出す。検出しない原因を数値で確認して、閾値だけでなく候補生成を調整する。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875520" y="64922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C5"/>
                </a:solidFill>
              </a:rPr>
              <a:t>Commit0073 Review Deck |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Step 7: Accept / Rejectループ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この候補は正しい／違う、を次の実装に反映する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52144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1. Candidate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481328"/>
            <a:ext cx="2048256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候補を1つ表示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00584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1152144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2.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93592" y="1481328"/>
            <a:ext cx="2048256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候補だけ逆FFT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152144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3. Compare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1481328"/>
            <a:ext cx="2048256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Originalと比較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06840" y="100584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1432" y="1152144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4. Label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71432" y="1481328"/>
            <a:ext cx="2048256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Accept / Reject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63240" y="1508760"/>
            <a:ext cx="301752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52160" y="1508760"/>
            <a:ext cx="301752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41080" y="1508760"/>
            <a:ext cx="301752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" y="2971800"/>
            <a:ext cx="4663440" cy="1920240"/>
          </a:xfrm>
          <a:prstGeom prst="roundRect">
            <a:avLst>
              <a:gd name="adj" fmla="val 4762"/>
            </a:avLst>
          </a:prstGeom>
          <a:solidFill>
            <a:srgbClr val="10291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3118104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Acceptした例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4712" y="3447288"/>
            <a:ext cx="4334256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教師データとしてGood Candidateへ保存。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同種のライン・帯・角度・周期の検出感度を上げる。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2971800"/>
            <a:ext cx="4663440" cy="1920240"/>
          </a:xfrm>
          <a:prstGeom prst="roundRect">
            <a:avLst>
              <a:gd name="adj" fmla="val 4762"/>
            </a:avLst>
          </a:prstGeom>
          <a:solidFill>
            <a:srgbClr val="2A172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3118104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Rejectした例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65392" y="3447288"/>
            <a:ext cx="4334256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False Positiveへ保存。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DC十字や正常構造に似た候補の重みを下げる。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875520" y="64922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C5"/>
                </a:solidFill>
              </a:rPr>
              <a:t>Commit0073 Review Deck |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Commit0073の成果物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フレーム固定修正とレビュー用資料を同梱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197864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Source update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527048"/>
            <a:ext cx="4791456" cy="3822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APP_VERSIONをCommit0073へ更新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image selection時のdelayed stabilizeを停止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viewer fitからautoRangeを排除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`_frame_lock_active`でresponsive relayoutを止める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`docs/Spike_Detection_Review_Deck.md`を追加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• 静的テスト5件を追加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05156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197864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Next review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73952" y="1527048"/>
            <a:ext cx="4791456" cy="3822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Windows EXEでフレーム揺れが消えたか確認。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3C5"/>
                </a:solidFill>
              </a:rPr>
              <a:t>Spike Diagでは、このデッキのStep 1-7に沿って候補とReject理由を表示する実装へ進む。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875520" y="64922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C5"/>
                </a:solidFill>
              </a:rPr>
              <a:t>Commit0073 Review Deck |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Spike Detection Review Deck</dc:title>
  <dc:subject>MR Image Explorer Spike Detection Review Deck</dc:subject>
  <dc:creator>OpenAI</dc:creator>
  <cp:lastModifiedBy>OpenAI</cp:lastModifiedBy>
  <cp:revision>1</cp:revision>
  <dcterms:created xsi:type="dcterms:W3CDTF">2026-07-20T10:19:19Z</dcterms:created>
  <dcterms:modified xsi:type="dcterms:W3CDTF">2026-07-20T10:19:19Z</dcterms:modified>
</cp:coreProperties>
</file>